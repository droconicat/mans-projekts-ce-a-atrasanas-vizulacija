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23" d="100"/>
          <a:sy n="23" d="100"/>
        </p:scale>
        <p:origin x="144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487C-4177-4277-813E-ED4667B42E1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F62A576B-9FDE-49A5-94ED-065EC4A9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09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487C-4177-4277-813E-ED4667B42E1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576B-9FDE-49A5-94ED-065EC4A9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05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518487C-4177-4277-813E-ED4667B42E1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F62A576B-9FDE-49A5-94ED-065EC4A9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33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487C-4177-4277-813E-ED4667B42E1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576B-9FDE-49A5-94ED-065EC4A9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22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487C-4177-4277-813E-ED4667B42E1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576B-9FDE-49A5-94ED-065EC4A9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89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487C-4177-4277-813E-ED4667B42E1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576B-9FDE-49A5-94ED-065EC4A9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48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487C-4177-4277-813E-ED4667B42E1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576B-9FDE-49A5-94ED-065EC4A9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78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487C-4177-4277-813E-ED4667B42E1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576B-9FDE-49A5-94ED-065EC4A9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37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487C-4177-4277-813E-ED4667B42E14}" type="datetimeFigureOut">
              <a:rPr lang="en-US" smtClean="0"/>
              <a:t>2/6/2026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576B-9FDE-49A5-94ED-065EC4A9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9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487C-4177-4277-813E-ED4667B42E1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576B-9FDE-49A5-94ED-065EC4A9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487C-4177-4277-813E-ED4667B42E1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576B-9FDE-49A5-94ED-065EC4A9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89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518487C-4177-4277-813E-ED4667B42E1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F62A576B-9FDE-49A5-94ED-065EC4A95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99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CDDC-4A2C-527A-128B-EAEDC42334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lv-LV" dirty="0"/>
              <a:t>Projekts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EF2508-6838-D44F-63D9-CEE39F8FC1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lv-LV" dirty="0"/>
              <a:t>Aleksandrs Vanuška 11.klase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640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47A81-B628-C3F7-3C76-53229892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Ideja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748B5-45D1-F058-6959-D5EE5BAED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lv-LV" dirty="0"/>
              <a:t>Problēmas skaidrojums</a:t>
            </a:r>
            <a:endParaRPr lang="en-US" dirty="0"/>
          </a:p>
          <a:p>
            <a:r>
              <a:rPr lang="lv-LV" dirty="0"/>
              <a:t>Veidojot spēles, ir nepieciešamība objektam parvietoties no punkta A uz punktu B, esmu izveidojis programu, kura vizualizē šo procesu.</a:t>
            </a:r>
            <a:endParaRPr lang="en-US" dirty="0"/>
          </a:p>
          <a:p>
            <a:pPr lvl="0"/>
            <a:r>
              <a:rPr lang="lv-LV" dirty="0"/>
              <a:t>Izpētes metodes</a:t>
            </a:r>
            <a:endParaRPr lang="en-US" dirty="0"/>
          </a:p>
          <a:p>
            <a:r>
              <a:rPr lang="lv-LV" dirty="0"/>
              <a:t>Tāpēc ka nebija iespējams savākt pietiekamu lielu mērķauditoriju, es pamatojos uz to, ka man pēdējā gada laikā, programmēšanas vidēs ir uzdevuši jautājumu, kā es to daru.</a:t>
            </a:r>
            <a:endParaRPr lang="en-US" dirty="0"/>
          </a:p>
          <a:p>
            <a:pPr lvl="0"/>
            <a:r>
              <a:rPr lang="lv-LV" dirty="0"/>
              <a:t>Izpētes process</a:t>
            </a:r>
            <a:endParaRPr lang="en-US" dirty="0"/>
          </a:p>
          <a:p>
            <a:r>
              <a:rPr lang="lv-LV" dirty="0"/>
              <a:t>Kontakti ar cilvēkiem spēļu un programmēšanas forumos.</a:t>
            </a:r>
            <a:endParaRPr lang="en-US" dirty="0"/>
          </a:p>
          <a:p>
            <a:pPr lvl="0"/>
            <a:r>
              <a:rPr lang="lv-LV" dirty="0"/>
              <a:t>Mērķauditorija</a:t>
            </a:r>
            <a:endParaRPr lang="en-US" dirty="0"/>
          </a:p>
          <a:p>
            <a:r>
              <a:rPr lang="lv-LV" dirty="0"/>
              <a:t>Cilvēki, kas ieintresēti savu programmu veidošanā. Cilvēku vecumu un dzimumu nav iespējams noteikt, jo kominikācijas šajos forumos notiek anonīmi.</a:t>
            </a:r>
            <a:endParaRPr lang="en-US" dirty="0"/>
          </a:p>
          <a:p>
            <a:pPr lvl="0"/>
            <a:r>
              <a:rPr lang="lv-LV" dirty="0"/>
              <a:t>Programmatūras projekta apraksts</a:t>
            </a:r>
            <a:endParaRPr lang="en-US" dirty="0"/>
          </a:p>
          <a:p>
            <a:r>
              <a:rPr lang="lv-LV" dirty="0"/>
              <a:t>Projekta mērķis ir radīt programu kura parāda kā spēlē iedabūt parvietošanos ceļu.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041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8498B-3B9D-734A-B0FC-D0521044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Secinājumi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B507B-297B-2D02-69A5-5565B7567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/>
              <a:t>Programas izveidei patērēju apmēram vienu diennakti.</a:t>
            </a:r>
          </a:p>
          <a:p>
            <a:r>
              <a:rPr lang="lv-LV" dirty="0"/>
              <a:t>Programas dokumentācijas sakartošanai nepieciešams daudz vairāk laika nekā programmēšanai.</a:t>
            </a:r>
          </a:p>
          <a:p>
            <a:r>
              <a:rPr lang="lv-LV" dirty="0"/>
              <a:t>Mērķauditorijas izspēte šādiem projektiem ir ļoti apgrūtināta.</a:t>
            </a:r>
          </a:p>
          <a:p>
            <a:r>
              <a:rPr lang="lv-LV"/>
              <a:t>Piton programmā varēju realizēt to pašu ideju, ko mācēju realizēt Lua programmēšanas valodā.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6848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52</TotalTime>
  <Words>156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Rockwell</vt:lpstr>
      <vt:lpstr>Rockwell Condensed</vt:lpstr>
      <vt:lpstr>Wingdings</vt:lpstr>
      <vt:lpstr>Wood Type</vt:lpstr>
      <vt:lpstr>Projekts</vt:lpstr>
      <vt:lpstr>Ideja</vt:lpstr>
      <vt:lpstr>Secinājumi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Lauma Bāliņa</dc:creator>
  <cp:lastModifiedBy>Lauma Bāliņa</cp:lastModifiedBy>
  <cp:revision>1</cp:revision>
  <dcterms:created xsi:type="dcterms:W3CDTF">2026-02-06T15:59:30Z</dcterms:created>
  <dcterms:modified xsi:type="dcterms:W3CDTF">2026-02-06T17:12:36Z</dcterms:modified>
</cp:coreProperties>
</file>